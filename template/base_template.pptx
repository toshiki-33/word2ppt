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1" r:id="rId2"/>
    <p:sldId id="315" r:id="rId3"/>
  </p:sldIdLst>
  <p:sldSz cx="12192000" cy="6858000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CC"/>
    <a:srgbClr val="1B2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033F7-E85A-40D1-8E3A-DC40C921FC36}" v="1" dt="2026-04-13T00:45:35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0" autoAdjust="0"/>
    <p:restoredTop sz="93733" autoAdjust="0"/>
  </p:normalViewPr>
  <p:slideViewPr>
    <p:cSldViewPr snapToGrid="0">
      <p:cViewPr varScale="1">
        <p:scale>
          <a:sx n="59" d="100"/>
          <a:sy n="59" d="100"/>
        </p:scale>
        <p:origin x="119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寺　和子" userId="f58702b4-bd64-4ccc-8f12-f84cf615148e" providerId="ADAL" clId="{0DE764F0-3082-44AB-A772-8F6E81689AFB}"/>
    <pc:docChg chg="undo redo custSel addSld delSld modSld sldOrd">
      <pc:chgData name="小寺　和子" userId="f58702b4-bd64-4ccc-8f12-f84cf615148e" providerId="ADAL" clId="{0DE764F0-3082-44AB-A772-8F6E81689AFB}" dt="2022-07-19T15:38:37.260" v="11871" actId="20578"/>
      <pc:docMkLst>
        <pc:docMk/>
      </pc:docMkLst>
      <pc:sldChg chg="del">
        <pc:chgData name="小寺　和子" userId="f58702b4-bd64-4ccc-8f12-f84cf615148e" providerId="ADAL" clId="{0DE764F0-3082-44AB-A772-8F6E81689AFB}" dt="2022-07-19T07:28:54.012" v="0" actId="2696"/>
        <pc:sldMkLst>
          <pc:docMk/>
          <pc:sldMk cId="821584038" sldId="256"/>
        </pc:sldMkLst>
      </pc:sldChg>
      <pc:sldChg chg="del">
        <pc:chgData name="小寺　和子" userId="f58702b4-bd64-4ccc-8f12-f84cf615148e" providerId="ADAL" clId="{0DE764F0-3082-44AB-A772-8F6E81689AFB}" dt="2022-07-19T07:29:00.601" v="1" actId="2696"/>
        <pc:sldMkLst>
          <pc:docMk/>
          <pc:sldMk cId="359018527" sldId="257"/>
        </pc:sldMkLst>
      </pc:sldChg>
      <pc:sldChg chg="addSp modSp mod modAnim">
        <pc:chgData name="小寺　和子" userId="f58702b4-bd64-4ccc-8f12-f84cf615148e" providerId="ADAL" clId="{0DE764F0-3082-44AB-A772-8F6E81689AFB}" dt="2022-07-19T14:38:11.939" v="8350" actId="20577"/>
        <pc:sldMkLst>
          <pc:docMk/>
          <pc:sldMk cId="1432690601" sldId="258"/>
        </pc:sldMkLst>
      </pc:sldChg>
      <pc:sldChg chg="delSp modSp new mod modAnim">
        <pc:chgData name="小寺　和子" userId="f58702b4-bd64-4ccc-8f12-f84cf615148e" providerId="ADAL" clId="{0DE764F0-3082-44AB-A772-8F6E81689AFB}" dt="2022-07-19T12:37:41.883" v="5293" actId="115"/>
        <pc:sldMkLst>
          <pc:docMk/>
          <pc:sldMk cId="2658464291" sldId="259"/>
        </pc:sldMkLst>
      </pc:sldChg>
      <pc:sldChg chg="del">
        <pc:chgData name="小寺　和子" userId="f58702b4-bd64-4ccc-8f12-f84cf615148e" providerId="ADAL" clId="{0DE764F0-3082-44AB-A772-8F6E81689AFB}" dt="2022-07-19T07:29:05.239" v="2" actId="2696"/>
        <pc:sldMkLst>
          <pc:docMk/>
          <pc:sldMk cId="2808233370" sldId="259"/>
        </pc:sldMkLst>
      </pc:sldChg>
      <pc:sldChg chg="delSp modSp new del mod">
        <pc:chgData name="小寺　和子" userId="f58702b4-bd64-4ccc-8f12-f84cf615148e" providerId="ADAL" clId="{0DE764F0-3082-44AB-A772-8F6E81689AFB}" dt="2022-07-19T07:41:08.552" v="132" actId="2696"/>
        <pc:sldMkLst>
          <pc:docMk/>
          <pc:sldMk cId="1508278645" sldId="260"/>
        </pc:sldMkLst>
      </pc:sldChg>
      <pc:sldChg chg="addSp delSp modSp add mod modAnim">
        <pc:chgData name="小寺　和子" userId="f58702b4-bd64-4ccc-8f12-f84cf615148e" providerId="ADAL" clId="{0DE764F0-3082-44AB-A772-8F6E81689AFB}" dt="2022-07-19T14:15:44.357" v="7375" actId="207"/>
        <pc:sldMkLst>
          <pc:docMk/>
          <pc:sldMk cId="3053825675" sldId="260"/>
        </pc:sldMkLst>
      </pc:sldChg>
      <pc:sldChg chg="del">
        <pc:chgData name="小寺　和子" userId="f58702b4-bd64-4ccc-8f12-f84cf615148e" providerId="ADAL" clId="{0DE764F0-3082-44AB-A772-8F6E81689AFB}" dt="2022-07-19T07:29:08.676" v="3" actId="2696"/>
        <pc:sldMkLst>
          <pc:docMk/>
          <pc:sldMk cId="3943992224" sldId="260"/>
        </pc:sldMkLst>
      </pc:sldChg>
      <pc:sldChg chg="addSp delSp modSp add mod">
        <pc:chgData name="小寺　和子" userId="f58702b4-bd64-4ccc-8f12-f84cf615148e" providerId="ADAL" clId="{0DE764F0-3082-44AB-A772-8F6E81689AFB}" dt="2022-07-19T11:57:01.719" v="5104" actId="1076"/>
        <pc:sldMkLst>
          <pc:docMk/>
          <pc:sldMk cId="1887065521" sldId="261"/>
        </pc:sldMkLst>
      </pc:sldChg>
      <pc:sldChg chg="del">
        <pc:chgData name="小寺　和子" userId="f58702b4-bd64-4ccc-8f12-f84cf615148e" providerId="ADAL" clId="{0DE764F0-3082-44AB-A772-8F6E81689AFB}" dt="2022-07-19T07:29:11.914" v="4" actId="2696"/>
        <pc:sldMkLst>
          <pc:docMk/>
          <pc:sldMk cId="4122628009" sldId="261"/>
        </pc:sldMkLst>
      </pc:sldChg>
      <pc:sldChg chg="addSp modSp add mod">
        <pc:chgData name="小寺　和子" userId="f58702b4-bd64-4ccc-8f12-f84cf615148e" providerId="ADAL" clId="{0DE764F0-3082-44AB-A772-8F6E81689AFB}" dt="2022-07-19T11:58:43.333" v="5108" actId="14100"/>
        <pc:sldMkLst>
          <pc:docMk/>
          <pc:sldMk cId="237045212" sldId="262"/>
        </pc:sldMkLst>
      </pc:sldChg>
      <pc:sldChg chg="delSp modSp new mod modAnim">
        <pc:chgData name="小寺　和子" userId="f58702b4-bd64-4ccc-8f12-f84cf615148e" providerId="ADAL" clId="{0DE764F0-3082-44AB-A772-8F6E81689AFB}" dt="2022-07-19T14:43:07.495" v="8708" actId="20577"/>
        <pc:sldMkLst>
          <pc:docMk/>
          <pc:sldMk cId="2895655304" sldId="263"/>
        </pc:sldMkLst>
      </pc:sldChg>
      <pc:sldChg chg="addSp modSp add mod">
        <pc:chgData name="小寺　和子" userId="f58702b4-bd64-4ccc-8f12-f84cf615148e" providerId="ADAL" clId="{0DE764F0-3082-44AB-A772-8F6E81689AFB}" dt="2022-07-19T11:59:29.749" v="5111" actId="1076"/>
        <pc:sldMkLst>
          <pc:docMk/>
          <pc:sldMk cId="1420673385" sldId="264"/>
        </pc:sldMkLst>
      </pc:sldChg>
      <pc:sldChg chg="addSp modSp add mod modAnim">
        <pc:chgData name="小寺　和子" userId="f58702b4-bd64-4ccc-8f12-f84cf615148e" providerId="ADAL" clId="{0DE764F0-3082-44AB-A772-8F6E81689AFB}" dt="2022-07-19T12:06:56.361" v="5141" actId="1076"/>
        <pc:sldMkLst>
          <pc:docMk/>
          <pc:sldMk cId="3695636202" sldId="265"/>
        </pc:sldMkLst>
      </pc:sldChg>
      <pc:sldChg chg="addSp delSp modSp add mod">
        <pc:chgData name="小寺　和子" userId="f58702b4-bd64-4ccc-8f12-f84cf615148e" providerId="ADAL" clId="{0DE764F0-3082-44AB-A772-8F6E81689AFB}" dt="2022-07-19T12:03:46.980" v="5137" actId="1076"/>
        <pc:sldMkLst>
          <pc:docMk/>
          <pc:sldMk cId="158843776" sldId="266"/>
        </pc:sldMkLst>
      </pc:sldChg>
      <pc:sldChg chg="addSp delSp modSp add mod modAnim">
        <pc:chgData name="小寺　和子" userId="f58702b4-bd64-4ccc-8f12-f84cf615148e" providerId="ADAL" clId="{0DE764F0-3082-44AB-A772-8F6E81689AFB}" dt="2022-07-19T14:58:49.798" v="9681" actId="20577"/>
        <pc:sldMkLst>
          <pc:docMk/>
          <pc:sldMk cId="4159987713" sldId="267"/>
        </pc:sldMkLst>
      </pc:sldChg>
      <pc:sldChg chg="modSp add mod modAnim">
        <pc:chgData name="小寺　和子" userId="f58702b4-bd64-4ccc-8f12-f84cf615148e" providerId="ADAL" clId="{0DE764F0-3082-44AB-A772-8F6E81689AFB}" dt="2022-07-19T11:44:03.420" v="5040"/>
        <pc:sldMkLst>
          <pc:docMk/>
          <pc:sldMk cId="815464311" sldId="268"/>
        </pc:sldMkLst>
      </pc:sldChg>
      <pc:sldChg chg="addSp modSp add mod">
        <pc:chgData name="小寺　和子" userId="f58702b4-bd64-4ccc-8f12-f84cf615148e" providerId="ADAL" clId="{0DE764F0-3082-44AB-A772-8F6E81689AFB}" dt="2022-07-19T12:07:59.884" v="5146" actId="14100"/>
        <pc:sldMkLst>
          <pc:docMk/>
          <pc:sldMk cId="2772779071" sldId="269"/>
        </pc:sldMkLst>
      </pc:sldChg>
      <pc:sldChg chg="addSp modSp add mod">
        <pc:chgData name="小寺　和子" userId="f58702b4-bd64-4ccc-8f12-f84cf615148e" providerId="ADAL" clId="{0DE764F0-3082-44AB-A772-8F6E81689AFB}" dt="2022-07-19T12:09:57.923" v="5149" actId="1076"/>
        <pc:sldMkLst>
          <pc:docMk/>
          <pc:sldMk cId="2026185666" sldId="270"/>
        </pc:sldMkLst>
      </pc:sldChg>
      <pc:sldChg chg="addSp modSp add mod">
        <pc:chgData name="小寺　和子" userId="f58702b4-bd64-4ccc-8f12-f84cf615148e" providerId="ADAL" clId="{0DE764F0-3082-44AB-A772-8F6E81689AFB}" dt="2022-07-19T12:18:12.379" v="5161" actId="1076"/>
        <pc:sldMkLst>
          <pc:docMk/>
          <pc:sldMk cId="2552020578" sldId="271"/>
        </pc:sldMkLst>
      </pc:sldChg>
      <pc:sldChg chg="addSp modSp add mod">
        <pc:chgData name="小寺　和子" userId="f58702b4-bd64-4ccc-8f12-f84cf615148e" providerId="ADAL" clId="{0DE764F0-3082-44AB-A772-8F6E81689AFB}" dt="2022-07-19T12:21:09.188" v="5168" actId="1076"/>
        <pc:sldMkLst>
          <pc:docMk/>
          <pc:sldMk cId="4267731268" sldId="272"/>
        </pc:sldMkLst>
      </pc:sldChg>
      <pc:sldChg chg="addSp modSp add mod">
        <pc:chgData name="小寺　和子" userId="f58702b4-bd64-4ccc-8f12-f84cf615148e" providerId="ADAL" clId="{0DE764F0-3082-44AB-A772-8F6E81689AFB}" dt="2022-07-19T12:23:24.946" v="5178" actId="1076"/>
        <pc:sldMkLst>
          <pc:docMk/>
          <pc:sldMk cId="1827365900" sldId="273"/>
        </pc:sldMkLst>
      </pc:sldChg>
      <pc:sldChg chg="modSp add mod modAnim">
        <pc:chgData name="小寺　和子" userId="f58702b4-bd64-4ccc-8f12-f84cf615148e" providerId="ADAL" clId="{0DE764F0-3082-44AB-A772-8F6E81689AFB}" dt="2022-07-19T11:44:19.018" v="5041"/>
        <pc:sldMkLst>
          <pc:docMk/>
          <pc:sldMk cId="1304492284" sldId="274"/>
        </pc:sldMkLst>
      </pc:sldChg>
      <pc:sldChg chg="modSp add mod modAnim">
        <pc:chgData name="小寺　和子" userId="f58702b4-bd64-4ccc-8f12-f84cf615148e" providerId="ADAL" clId="{0DE764F0-3082-44AB-A772-8F6E81689AFB}" dt="2022-07-19T11:44:22.649" v="5042"/>
        <pc:sldMkLst>
          <pc:docMk/>
          <pc:sldMk cId="3764690589" sldId="275"/>
        </pc:sldMkLst>
      </pc:sldChg>
      <pc:sldChg chg="modSp add mod modAnim">
        <pc:chgData name="小寺　和子" userId="f58702b4-bd64-4ccc-8f12-f84cf615148e" providerId="ADAL" clId="{0DE764F0-3082-44AB-A772-8F6E81689AFB}" dt="2022-07-19T15:12:16.564" v="10327" actId="20577"/>
        <pc:sldMkLst>
          <pc:docMk/>
          <pc:sldMk cId="2385815624" sldId="276"/>
        </pc:sldMkLst>
      </pc:sldChg>
      <pc:sldChg chg="modSp add del mod modAnim">
        <pc:chgData name="小寺　和子" userId="f58702b4-bd64-4ccc-8f12-f84cf615148e" providerId="ADAL" clId="{0DE764F0-3082-44AB-A772-8F6E81689AFB}" dt="2022-07-19T11:44:33.737" v="5046"/>
        <pc:sldMkLst>
          <pc:docMk/>
          <pc:sldMk cId="2734091518" sldId="277"/>
        </pc:sldMkLst>
      </pc:sldChg>
      <pc:sldChg chg="modSp add mod modAnim">
        <pc:chgData name="小寺　和子" userId="f58702b4-bd64-4ccc-8f12-f84cf615148e" providerId="ADAL" clId="{0DE764F0-3082-44AB-A772-8F6E81689AFB}" dt="2022-07-19T11:44:41.220" v="5047"/>
        <pc:sldMkLst>
          <pc:docMk/>
          <pc:sldMk cId="3795916507" sldId="278"/>
        </pc:sldMkLst>
      </pc:sldChg>
      <pc:sldChg chg="addSp delSp modSp add mod modAnim">
        <pc:chgData name="小寺　和子" userId="f58702b4-bd64-4ccc-8f12-f84cf615148e" providerId="ADAL" clId="{0DE764F0-3082-44AB-A772-8F6E81689AFB}" dt="2022-07-19T12:32:12.590" v="5271" actId="207"/>
        <pc:sldMkLst>
          <pc:docMk/>
          <pc:sldMk cId="1043775893" sldId="279"/>
        </pc:sldMkLst>
      </pc:sldChg>
      <pc:sldChg chg="addSp modSp add mod modAnim">
        <pc:chgData name="小寺　和子" userId="f58702b4-bd64-4ccc-8f12-f84cf615148e" providerId="ADAL" clId="{0DE764F0-3082-44AB-A772-8F6E81689AFB}" dt="2022-07-19T12:30:25.531" v="5223" actId="14100"/>
        <pc:sldMkLst>
          <pc:docMk/>
          <pc:sldMk cId="2035372874" sldId="280"/>
        </pc:sldMkLst>
      </pc:sldChg>
      <pc:sldChg chg="modSp add del mod modAnim">
        <pc:chgData name="小寺　和子" userId="f58702b4-bd64-4ccc-8f12-f84cf615148e" providerId="ADAL" clId="{0DE764F0-3082-44AB-A772-8F6E81689AFB}" dt="2022-07-19T15:16:32.408" v="10513" actId="20577"/>
        <pc:sldMkLst>
          <pc:docMk/>
          <pc:sldMk cId="2116204457" sldId="281"/>
        </pc:sldMkLst>
      </pc:sldChg>
      <pc:sldChg chg="modSp add mod modAnim">
        <pc:chgData name="小寺　和子" userId="f58702b4-bd64-4ccc-8f12-f84cf615148e" providerId="ADAL" clId="{0DE764F0-3082-44AB-A772-8F6E81689AFB}" dt="2022-07-19T11:45:49.201" v="5056"/>
        <pc:sldMkLst>
          <pc:docMk/>
          <pc:sldMk cId="1386385666" sldId="282"/>
        </pc:sldMkLst>
      </pc:sldChg>
      <pc:sldChg chg="modSp add mod modAnim">
        <pc:chgData name="小寺　和子" userId="f58702b4-bd64-4ccc-8f12-f84cf615148e" providerId="ADAL" clId="{0DE764F0-3082-44AB-A772-8F6E81689AFB}" dt="2022-07-19T15:32:18.794" v="11337" actId="207"/>
        <pc:sldMkLst>
          <pc:docMk/>
          <pc:sldMk cId="3695696782" sldId="283"/>
        </pc:sldMkLst>
      </pc:sldChg>
      <pc:sldChg chg="addSp modSp add mod modAnim">
        <pc:chgData name="小寺　和子" userId="f58702b4-bd64-4ccc-8f12-f84cf615148e" providerId="ADAL" clId="{0DE764F0-3082-44AB-A772-8F6E81689AFB}" dt="2022-07-19T12:33:42.416" v="5278" actId="14100"/>
        <pc:sldMkLst>
          <pc:docMk/>
          <pc:sldMk cId="2653137936" sldId="284"/>
        </pc:sldMkLst>
      </pc:sldChg>
      <pc:sldChg chg="addSp modSp add mod">
        <pc:chgData name="小寺　和子" userId="f58702b4-bd64-4ccc-8f12-f84cf615148e" providerId="ADAL" clId="{0DE764F0-3082-44AB-A772-8F6E81689AFB}" dt="2022-07-19T12:35:37.495" v="5289" actId="1076"/>
        <pc:sldMkLst>
          <pc:docMk/>
          <pc:sldMk cId="3206158506" sldId="285"/>
        </pc:sldMkLst>
      </pc:sldChg>
      <pc:sldChg chg="modSp add mod">
        <pc:chgData name="小寺　和子" userId="f58702b4-bd64-4ccc-8f12-f84cf615148e" providerId="ADAL" clId="{0DE764F0-3082-44AB-A772-8F6E81689AFB}" dt="2022-07-19T15:35:26.713" v="11764" actId="20577"/>
        <pc:sldMkLst>
          <pc:docMk/>
          <pc:sldMk cId="3833484218" sldId="286"/>
        </pc:sldMkLst>
      </pc:sldChg>
      <pc:sldChg chg="modSp add mod modAnim">
        <pc:chgData name="小寺　和子" userId="f58702b4-bd64-4ccc-8f12-f84cf615148e" providerId="ADAL" clId="{0DE764F0-3082-44AB-A772-8F6E81689AFB}" dt="2022-07-19T11:46:19.403" v="5059"/>
        <pc:sldMkLst>
          <pc:docMk/>
          <pc:sldMk cId="1154028817" sldId="287"/>
        </pc:sldMkLst>
      </pc:sldChg>
      <pc:sldChg chg="modSp add mod modAnim">
        <pc:chgData name="小寺　和子" userId="f58702b4-bd64-4ccc-8f12-f84cf615148e" providerId="ADAL" clId="{0DE764F0-3082-44AB-A772-8F6E81689AFB}" dt="2022-07-19T11:46:30.212" v="5060"/>
        <pc:sldMkLst>
          <pc:docMk/>
          <pc:sldMk cId="2460820447" sldId="288"/>
        </pc:sldMkLst>
      </pc:sldChg>
      <pc:sldChg chg="modSp add mod modAnim">
        <pc:chgData name="小寺　和子" userId="f58702b4-bd64-4ccc-8f12-f84cf615148e" providerId="ADAL" clId="{0DE764F0-3082-44AB-A772-8F6E81689AFB}" dt="2022-07-19T11:46:50.342" v="5061"/>
        <pc:sldMkLst>
          <pc:docMk/>
          <pc:sldMk cId="3107388894" sldId="289"/>
        </pc:sldMkLst>
      </pc:sldChg>
      <pc:sldChg chg="modSp add mod modAnim">
        <pc:chgData name="小寺　和子" userId="f58702b4-bd64-4ccc-8f12-f84cf615148e" providerId="ADAL" clId="{0DE764F0-3082-44AB-A772-8F6E81689AFB}" dt="2022-07-19T15:38:37.260" v="11871" actId="20578"/>
        <pc:sldMkLst>
          <pc:docMk/>
          <pc:sldMk cId="1645973150" sldId="290"/>
        </pc:sldMkLst>
      </pc:sldChg>
      <pc:sldChg chg="modSp new mod ord">
        <pc:chgData name="小寺　和子" userId="f58702b4-bd64-4ccc-8f12-f84cf615148e" providerId="ADAL" clId="{0DE764F0-3082-44AB-A772-8F6E81689AFB}" dt="2022-07-19T14:18:07.516" v="7413" actId="20577"/>
        <pc:sldMkLst>
          <pc:docMk/>
          <pc:sldMk cId="2401236237" sldId="291"/>
        </pc:sldMkLst>
      </pc:sldChg>
      <pc:sldChg chg="modSp add mod modAnim">
        <pc:chgData name="小寺　和子" userId="f58702b4-bd64-4ccc-8f12-f84cf615148e" providerId="ADAL" clId="{0DE764F0-3082-44AB-A772-8F6E81689AFB}" dt="2022-07-19T14:42:23.160" v="8643" actId="20577"/>
        <pc:sldMkLst>
          <pc:docMk/>
          <pc:sldMk cId="833968823" sldId="292"/>
        </pc:sldMkLst>
      </pc:sldChg>
      <pc:sldChg chg="addSp delSp modSp add mod delAnim modAnim">
        <pc:chgData name="小寺　和子" userId="f58702b4-bd64-4ccc-8f12-f84cf615148e" providerId="ADAL" clId="{0DE764F0-3082-44AB-A772-8F6E81689AFB}" dt="2022-07-19T14:14:45.022" v="7233" actId="688"/>
        <pc:sldMkLst>
          <pc:docMk/>
          <pc:sldMk cId="2752940731" sldId="293"/>
        </pc:sldMkLst>
      </pc:sldChg>
      <pc:sldChg chg="modSp add mod modAnim">
        <pc:chgData name="小寺　和子" userId="f58702b4-bd64-4ccc-8f12-f84cf615148e" providerId="ADAL" clId="{0DE764F0-3082-44AB-A772-8F6E81689AFB}" dt="2022-07-19T14:48:11.563" v="9064" actId="113"/>
        <pc:sldMkLst>
          <pc:docMk/>
          <pc:sldMk cId="382899914" sldId="294"/>
        </pc:sldMkLst>
      </pc:sldChg>
      <pc:sldChg chg="modSp add modAnim">
        <pc:chgData name="小寺　和子" userId="f58702b4-bd64-4ccc-8f12-f84cf615148e" providerId="ADAL" clId="{0DE764F0-3082-44AB-A772-8F6E81689AFB}" dt="2022-07-19T15:03:42.592" v="10000" actId="20577"/>
        <pc:sldMkLst>
          <pc:docMk/>
          <pc:sldMk cId="4221623851" sldId="295"/>
        </pc:sldMkLst>
      </pc:sldChg>
      <pc:sldChg chg="addSp delSp modSp add mod modAnim">
        <pc:chgData name="小寺　和子" userId="f58702b4-bd64-4ccc-8f12-f84cf615148e" providerId="ADAL" clId="{0DE764F0-3082-44AB-A772-8F6E81689AFB}" dt="2022-07-19T15:31:45.265" v="11306" actId="20577"/>
        <pc:sldMkLst>
          <pc:docMk/>
          <pc:sldMk cId="174610570" sldId="296"/>
        </pc:sldMkLst>
      </pc:sldChg>
    </pc:docChg>
  </pc:docChgLst>
  <pc:docChgLst>
    <pc:chgData name="小寺　和子" userId="f58702b4-bd64-4ccc-8f12-f84cf615148e" providerId="ADAL" clId="{AC7C1E5C-29B3-425F-9E63-5822D6F4CD18}"/>
    <pc:docChg chg="undo redo custSel addSld delSld modSld sldOrd">
      <pc:chgData name="小寺　和子" userId="f58702b4-bd64-4ccc-8f12-f84cf615148e" providerId="ADAL" clId="{AC7C1E5C-29B3-425F-9E63-5822D6F4CD18}" dt="2023-04-09T11:59:40.242" v="5562" actId="2696"/>
      <pc:docMkLst>
        <pc:docMk/>
      </pc:docMkLst>
      <pc:sldChg chg="del">
        <pc:chgData name="小寺　和子" userId="f58702b4-bd64-4ccc-8f12-f84cf615148e" providerId="ADAL" clId="{AC7C1E5C-29B3-425F-9E63-5822D6F4CD18}" dt="2023-04-08T23:47:13.862" v="0" actId="2696"/>
        <pc:sldMkLst>
          <pc:docMk/>
          <pc:sldMk cId="1432690601" sldId="258"/>
        </pc:sldMkLst>
      </pc:sldChg>
      <pc:sldChg chg="del">
        <pc:chgData name="小寺　和子" userId="f58702b4-bd64-4ccc-8f12-f84cf615148e" providerId="ADAL" clId="{AC7C1E5C-29B3-425F-9E63-5822D6F4CD18}" dt="2023-04-08T23:47:24.400" v="4" actId="2696"/>
        <pc:sldMkLst>
          <pc:docMk/>
          <pc:sldMk cId="2658464291" sldId="259"/>
        </pc:sldMkLst>
      </pc:sldChg>
      <pc:sldChg chg="del ord">
        <pc:chgData name="小寺　和子" userId="f58702b4-bd64-4ccc-8f12-f84cf615148e" providerId="ADAL" clId="{AC7C1E5C-29B3-425F-9E63-5822D6F4CD18}" dt="2023-04-08T23:48:07.492" v="9" actId="47"/>
        <pc:sldMkLst>
          <pc:docMk/>
          <pc:sldMk cId="3053825675" sldId="260"/>
        </pc:sldMkLst>
      </pc:sldChg>
      <pc:sldChg chg="del">
        <pc:chgData name="小寺　和子" userId="f58702b4-bd64-4ccc-8f12-f84cf615148e" providerId="ADAL" clId="{AC7C1E5C-29B3-425F-9E63-5822D6F4CD18}" dt="2023-04-08T23:48:08.004" v="10" actId="47"/>
        <pc:sldMkLst>
          <pc:docMk/>
          <pc:sldMk cId="1887065521" sldId="261"/>
        </pc:sldMkLst>
      </pc:sldChg>
      <pc:sldChg chg="del">
        <pc:chgData name="小寺　和子" userId="f58702b4-bd64-4ccc-8f12-f84cf615148e" providerId="ADAL" clId="{AC7C1E5C-29B3-425F-9E63-5822D6F4CD18}" dt="2023-04-08T23:48:08.322" v="11" actId="47"/>
        <pc:sldMkLst>
          <pc:docMk/>
          <pc:sldMk cId="237045212" sldId="262"/>
        </pc:sldMkLst>
      </pc:sldChg>
      <pc:sldChg chg="del">
        <pc:chgData name="小寺　和子" userId="f58702b4-bd64-4ccc-8f12-f84cf615148e" providerId="ADAL" clId="{AC7C1E5C-29B3-425F-9E63-5822D6F4CD18}" dt="2023-04-08T23:48:08.527" v="12" actId="47"/>
        <pc:sldMkLst>
          <pc:docMk/>
          <pc:sldMk cId="2895655304" sldId="263"/>
        </pc:sldMkLst>
      </pc:sldChg>
      <pc:sldChg chg="del">
        <pc:chgData name="小寺　和子" userId="f58702b4-bd64-4ccc-8f12-f84cf615148e" providerId="ADAL" clId="{AC7C1E5C-29B3-425F-9E63-5822D6F4CD18}" dt="2023-04-08T23:48:08.824" v="14" actId="47"/>
        <pc:sldMkLst>
          <pc:docMk/>
          <pc:sldMk cId="1420673385" sldId="264"/>
        </pc:sldMkLst>
      </pc:sldChg>
      <pc:sldChg chg="del">
        <pc:chgData name="小寺　和子" userId="f58702b4-bd64-4ccc-8f12-f84cf615148e" providerId="ADAL" clId="{AC7C1E5C-29B3-425F-9E63-5822D6F4CD18}" dt="2023-04-08T23:47:52.189" v="6" actId="2696"/>
        <pc:sldMkLst>
          <pc:docMk/>
          <pc:sldMk cId="3695636202" sldId="265"/>
        </pc:sldMkLst>
      </pc:sldChg>
      <pc:sldChg chg="del">
        <pc:chgData name="小寺　和子" userId="f58702b4-bd64-4ccc-8f12-f84cf615148e" providerId="ADAL" clId="{AC7C1E5C-29B3-425F-9E63-5822D6F4CD18}" dt="2023-04-08T23:48:08.988" v="15" actId="47"/>
        <pc:sldMkLst>
          <pc:docMk/>
          <pc:sldMk cId="158843776" sldId="266"/>
        </pc:sldMkLst>
      </pc:sldChg>
      <pc:sldChg chg="del">
        <pc:chgData name="小寺　和子" userId="f58702b4-bd64-4ccc-8f12-f84cf615148e" providerId="ADAL" clId="{AC7C1E5C-29B3-425F-9E63-5822D6F4CD18}" dt="2023-04-08T23:47:52.189" v="6" actId="2696"/>
        <pc:sldMkLst>
          <pc:docMk/>
          <pc:sldMk cId="4159987713" sldId="267"/>
        </pc:sldMkLst>
      </pc:sldChg>
      <pc:sldChg chg="del">
        <pc:chgData name="小寺　和子" userId="f58702b4-bd64-4ccc-8f12-f84cf615148e" providerId="ADAL" clId="{AC7C1E5C-29B3-425F-9E63-5822D6F4CD18}" dt="2023-04-08T23:47:52.189" v="6" actId="2696"/>
        <pc:sldMkLst>
          <pc:docMk/>
          <pc:sldMk cId="815464311" sldId="268"/>
        </pc:sldMkLst>
      </pc:sldChg>
      <pc:sldChg chg="del">
        <pc:chgData name="小寺　和子" userId="f58702b4-bd64-4ccc-8f12-f84cf615148e" providerId="ADAL" clId="{AC7C1E5C-29B3-425F-9E63-5822D6F4CD18}" dt="2023-04-08T23:47:52.189" v="6" actId="2696"/>
        <pc:sldMkLst>
          <pc:docMk/>
          <pc:sldMk cId="2772779071" sldId="269"/>
        </pc:sldMkLst>
      </pc:sldChg>
      <pc:sldChg chg="del">
        <pc:chgData name="小寺　和子" userId="f58702b4-bd64-4ccc-8f12-f84cf615148e" providerId="ADAL" clId="{AC7C1E5C-29B3-425F-9E63-5822D6F4CD18}" dt="2023-04-08T23:47:52.189" v="6" actId="2696"/>
        <pc:sldMkLst>
          <pc:docMk/>
          <pc:sldMk cId="2026185666" sldId="270"/>
        </pc:sldMkLst>
      </pc:sldChg>
      <pc:sldChg chg="del">
        <pc:chgData name="小寺　和子" userId="f58702b4-bd64-4ccc-8f12-f84cf615148e" providerId="ADAL" clId="{AC7C1E5C-29B3-425F-9E63-5822D6F4CD18}" dt="2023-04-08T23:48:09.143" v="16" actId="47"/>
        <pc:sldMkLst>
          <pc:docMk/>
          <pc:sldMk cId="2552020578" sldId="271"/>
        </pc:sldMkLst>
      </pc:sldChg>
      <pc:sldChg chg="del">
        <pc:chgData name="小寺　和子" userId="f58702b4-bd64-4ccc-8f12-f84cf615148e" providerId="ADAL" clId="{AC7C1E5C-29B3-425F-9E63-5822D6F4CD18}" dt="2023-04-08T23:48:09.308" v="17" actId="47"/>
        <pc:sldMkLst>
          <pc:docMk/>
          <pc:sldMk cId="4267731268" sldId="272"/>
        </pc:sldMkLst>
      </pc:sldChg>
      <pc:sldChg chg="del">
        <pc:chgData name="小寺　和子" userId="f58702b4-bd64-4ccc-8f12-f84cf615148e" providerId="ADAL" clId="{AC7C1E5C-29B3-425F-9E63-5822D6F4CD18}" dt="2023-04-08T23:48:09.467" v="18" actId="47"/>
        <pc:sldMkLst>
          <pc:docMk/>
          <pc:sldMk cId="1827365900" sldId="273"/>
        </pc:sldMkLst>
      </pc:sldChg>
      <pc:sldChg chg="del">
        <pc:chgData name="小寺　和子" userId="f58702b4-bd64-4ccc-8f12-f84cf615148e" providerId="ADAL" clId="{AC7C1E5C-29B3-425F-9E63-5822D6F4CD18}" dt="2023-04-08T23:48:09.648" v="19" actId="47"/>
        <pc:sldMkLst>
          <pc:docMk/>
          <pc:sldMk cId="1304492284" sldId="274"/>
        </pc:sldMkLst>
      </pc:sldChg>
      <pc:sldChg chg="del">
        <pc:chgData name="小寺　和子" userId="f58702b4-bd64-4ccc-8f12-f84cf615148e" providerId="ADAL" clId="{AC7C1E5C-29B3-425F-9E63-5822D6F4CD18}" dt="2023-04-08T23:48:09.801" v="20" actId="47"/>
        <pc:sldMkLst>
          <pc:docMk/>
          <pc:sldMk cId="3764690589" sldId="275"/>
        </pc:sldMkLst>
      </pc:sldChg>
      <pc:sldChg chg="del">
        <pc:chgData name="小寺　和子" userId="f58702b4-bd64-4ccc-8f12-f84cf615148e" providerId="ADAL" clId="{AC7C1E5C-29B3-425F-9E63-5822D6F4CD18}" dt="2023-04-08T23:48:09.992" v="21" actId="47"/>
        <pc:sldMkLst>
          <pc:docMk/>
          <pc:sldMk cId="2385815624" sldId="276"/>
        </pc:sldMkLst>
      </pc:sldChg>
      <pc:sldChg chg="del">
        <pc:chgData name="小寺　和子" userId="f58702b4-bd64-4ccc-8f12-f84cf615148e" providerId="ADAL" clId="{AC7C1E5C-29B3-425F-9E63-5822D6F4CD18}" dt="2023-04-08T23:48:10.148" v="22" actId="47"/>
        <pc:sldMkLst>
          <pc:docMk/>
          <pc:sldMk cId="2734091518" sldId="277"/>
        </pc:sldMkLst>
      </pc:sldChg>
      <pc:sldChg chg="del">
        <pc:chgData name="小寺　和子" userId="f58702b4-bd64-4ccc-8f12-f84cf615148e" providerId="ADAL" clId="{AC7C1E5C-29B3-425F-9E63-5822D6F4CD18}" dt="2023-04-08T23:48:10.276" v="23" actId="47"/>
        <pc:sldMkLst>
          <pc:docMk/>
          <pc:sldMk cId="3795916507" sldId="278"/>
        </pc:sldMkLst>
      </pc:sldChg>
      <pc:sldChg chg="del">
        <pc:chgData name="小寺　和子" userId="f58702b4-bd64-4ccc-8f12-f84cf615148e" providerId="ADAL" clId="{AC7C1E5C-29B3-425F-9E63-5822D6F4CD18}" dt="2023-04-08T23:48:10.643" v="25" actId="47"/>
        <pc:sldMkLst>
          <pc:docMk/>
          <pc:sldMk cId="1043775893" sldId="279"/>
        </pc:sldMkLst>
      </pc:sldChg>
      <pc:sldChg chg="del">
        <pc:chgData name="小寺　和子" userId="f58702b4-bd64-4ccc-8f12-f84cf615148e" providerId="ADAL" clId="{AC7C1E5C-29B3-425F-9E63-5822D6F4CD18}" dt="2023-04-08T23:48:10.805" v="26" actId="47"/>
        <pc:sldMkLst>
          <pc:docMk/>
          <pc:sldMk cId="2035372874" sldId="280"/>
        </pc:sldMkLst>
      </pc:sldChg>
      <pc:sldChg chg="del">
        <pc:chgData name="小寺　和子" userId="f58702b4-bd64-4ccc-8f12-f84cf615148e" providerId="ADAL" clId="{AC7C1E5C-29B3-425F-9E63-5822D6F4CD18}" dt="2023-04-08T23:48:11.280" v="27" actId="47"/>
        <pc:sldMkLst>
          <pc:docMk/>
          <pc:sldMk cId="2116204457" sldId="281"/>
        </pc:sldMkLst>
      </pc:sldChg>
      <pc:sldChg chg="del">
        <pc:chgData name="小寺　和子" userId="f58702b4-bd64-4ccc-8f12-f84cf615148e" providerId="ADAL" clId="{AC7C1E5C-29B3-425F-9E63-5822D6F4CD18}" dt="2023-04-08T23:48:11.662" v="28" actId="47"/>
        <pc:sldMkLst>
          <pc:docMk/>
          <pc:sldMk cId="1386385666" sldId="282"/>
        </pc:sldMkLst>
      </pc:sldChg>
      <pc:sldChg chg="del">
        <pc:chgData name="小寺　和子" userId="f58702b4-bd64-4ccc-8f12-f84cf615148e" providerId="ADAL" clId="{AC7C1E5C-29B3-425F-9E63-5822D6F4CD18}" dt="2023-04-08T23:48:12.297" v="29" actId="47"/>
        <pc:sldMkLst>
          <pc:docMk/>
          <pc:sldMk cId="3695696782" sldId="283"/>
        </pc:sldMkLst>
      </pc:sldChg>
      <pc:sldChg chg="addSp delSp modSp mod setBg">
        <pc:chgData name="小寺　和子" userId="f58702b4-bd64-4ccc-8f12-f84cf615148e" providerId="ADAL" clId="{AC7C1E5C-29B3-425F-9E63-5822D6F4CD18}" dt="2023-04-09T10:59:57.822" v="3627" actId="20577"/>
        <pc:sldMkLst>
          <pc:docMk/>
          <pc:sldMk cId="2401236237" sldId="291"/>
        </pc:sldMkLst>
      </pc:sldChg>
      <pc:sldChg chg="del ord">
        <pc:chgData name="小寺　和子" userId="f58702b4-bd64-4ccc-8f12-f84cf615148e" providerId="ADAL" clId="{AC7C1E5C-29B3-425F-9E63-5822D6F4CD18}" dt="2023-04-08T23:47:21.421" v="3" actId="2696"/>
        <pc:sldMkLst>
          <pc:docMk/>
          <pc:sldMk cId="833968823" sldId="292"/>
        </pc:sldMkLst>
      </pc:sldChg>
      <pc:sldChg chg="addSp delSp modSp add del mod">
        <pc:chgData name="小寺　和子" userId="f58702b4-bd64-4ccc-8f12-f84cf615148e" providerId="ADAL" clId="{AC7C1E5C-29B3-425F-9E63-5822D6F4CD18}" dt="2023-04-09T00:09:40.264" v="571" actId="2696"/>
        <pc:sldMkLst>
          <pc:docMk/>
          <pc:sldMk cId="2008420513" sldId="292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07.835" v="3564" actId="47"/>
        <pc:sldMkLst>
          <pc:docMk/>
          <pc:sldMk cId="870613493" sldId="293"/>
        </pc:sldMkLst>
      </pc:sldChg>
      <pc:sldChg chg="del">
        <pc:chgData name="小寺　和子" userId="f58702b4-bd64-4ccc-8f12-f84cf615148e" providerId="ADAL" clId="{AC7C1E5C-29B3-425F-9E63-5822D6F4CD18}" dt="2023-04-08T23:47:28.107" v="5" actId="2696"/>
        <pc:sldMkLst>
          <pc:docMk/>
          <pc:sldMk cId="2752940731" sldId="293"/>
        </pc:sldMkLst>
      </pc:sldChg>
      <pc:sldChg chg="del">
        <pc:chgData name="小寺　和子" userId="f58702b4-bd64-4ccc-8f12-f84cf615148e" providerId="ADAL" clId="{AC7C1E5C-29B3-425F-9E63-5822D6F4CD18}" dt="2023-04-08T23:48:08.678" v="13" actId="47"/>
        <pc:sldMkLst>
          <pc:docMk/>
          <pc:sldMk cId="382899914" sldId="294"/>
        </pc:sldMkLst>
      </pc:sldChg>
      <pc:sldChg chg="addSp modSp add del mod modAnim">
        <pc:chgData name="小寺　和子" userId="f58702b4-bd64-4ccc-8f12-f84cf615148e" providerId="ADAL" clId="{AC7C1E5C-29B3-425F-9E63-5822D6F4CD18}" dt="2023-04-09T10:59:08.381" v="3565" actId="47"/>
        <pc:sldMkLst>
          <pc:docMk/>
          <pc:sldMk cId="3967194976" sldId="294"/>
        </pc:sldMkLst>
      </pc:sldChg>
      <pc:sldChg chg="new del">
        <pc:chgData name="小寺　和子" userId="f58702b4-bd64-4ccc-8f12-f84cf615148e" providerId="ADAL" clId="{AC7C1E5C-29B3-425F-9E63-5822D6F4CD18}" dt="2023-04-09T00:10:09.233" v="586" actId="680"/>
        <pc:sldMkLst>
          <pc:docMk/>
          <pc:sldMk cId="1959006668" sldId="295"/>
        </pc:sldMkLst>
      </pc:sldChg>
      <pc:sldChg chg="addSp delSp modSp add del mod modAnim">
        <pc:chgData name="小寺　和子" userId="f58702b4-bd64-4ccc-8f12-f84cf615148e" providerId="ADAL" clId="{AC7C1E5C-29B3-425F-9E63-5822D6F4CD18}" dt="2023-04-09T10:59:08.552" v="3566" actId="47"/>
        <pc:sldMkLst>
          <pc:docMk/>
          <pc:sldMk cId="3669040033" sldId="295"/>
        </pc:sldMkLst>
      </pc:sldChg>
      <pc:sldChg chg="del">
        <pc:chgData name="小寺　和子" userId="f58702b4-bd64-4ccc-8f12-f84cf615148e" providerId="ADAL" clId="{AC7C1E5C-29B3-425F-9E63-5822D6F4CD18}" dt="2023-04-08T23:47:52.189" v="6" actId="2696"/>
        <pc:sldMkLst>
          <pc:docMk/>
          <pc:sldMk cId="4221623851" sldId="295"/>
        </pc:sldMkLst>
      </pc:sldChg>
      <pc:sldChg chg="modSp add del mod">
        <pc:chgData name="小寺　和子" userId="f58702b4-bd64-4ccc-8f12-f84cf615148e" providerId="ADAL" clId="{AC7C1E5C-29B3-425F-9E63-5822D6F4CD18}" dt="2023-04-09T00:16:23.286" v="779" actId="2696"/>
        <pc:sldMkLst>
          <pc:docMk/>
          <pc:sldMk cId="3857750241" sldId="296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08.712" v="3567" actId="47"/>
        <pc:sldMkLst>
          <pc:docMk/>
          <pc:sldMk cId="4148888267" sldId="296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08.878" v="3568" actId="47"/>
        <pc:sldMkLst>
          <pc:docMk/>
          <pc:sldMk cId="550478959" sldId="297"/>
        </pc:sldMkLst>
      </pc:sldChg>
      <pc:sldChg chg="del">
        <pc:chgData name="小寺　和子" userId="f58702b4-bd64-4ccc-8f12-f84cf615148e" providerId="ADAL" clId="{AC7C1E5C-29B3-425F-9E63-5822D6F4CD18}" dt="2023-04-08T23:48:10.435" v="24" actId="47"/>
        <pc:sldMkLst>
          <pc:docMk/>
          <pc:sldMk cId="1751752303" sldId="297"/>
        </pc:sldMkLst>
      </pc:sldChg>
      <pc:sldChg chg="add del">
        <pc:chgData name="小寺　和子" userId="f58702b4-bd64-4ccc-8f12-f84cf615148e" providerId="ADAL" clId="{AC7C1E5C-29B3-425F-9E63-5822D6F4CD18}" dt="2023-04-09T00:37:39.509" v="1331" actId="2696"/>
        <pc:sldMkLst>
          <pc:docMk/>
          <pc:sldMk cId="1671029507" sldId="298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09.057" v="3569" actId="47"/>
        <pc:sldMkLst>
          <pc:docMk/>
          <pc:sldMk cId="1413468398" sldId="299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09.254" v="3570" actId="47"/>
        <pc:sldMkLst>
          <pc:docMk/>
          <pc:sldMk cId="3230434869" sldId="300"/>
        </pc:sldMkLst>
      </pc:sldChg>
      <pc:sldChg chg="addSp modSp add del mod ord modAnim">
        <pc:chgData name="小寺　和子" userId="f58702b4-bd64-4ccc-8f12-f84cf615148e" providerId="ADAL" clId="{AC7C1E5C-29B3-425F-9E63-5822D6F4CD18}" dt="2023-04-09T10:59:09.423" v="3571" actId="47"/>
        <pc:sldMkLst>
          <pc:docMk/>
          <pc:sldMk cId="2463962996" sldId="301"/>
        </pc:sldMkLst>
      </pc:sldChg>
      <pc:sldChg chg="delSp add del mod">
        <pc:chgData name="小寺　和子" userId="f58702b4-bd64-4ccc-8f12-f84cf615148e" providerId="ADAL" clId="{AC7C1E5C-29B3-425F-9E63-5822D6F4CD18}" dt="2023-04-09T00:39:47.706" v="1419" actId="47"/>
        <pc:sldMkLst>
          <pc:docMk/>
          <pc:sldMk cId="4082787552" sldId="301"/>
        </pc:sldMkLst>
      </pc:sldChg>
      <pc:sldChg chg="delSp modSp add del mod delAnim modAnim">
        <pc:chgData name="小寺　和子" userId="f58702b4-bd64-4ccc-8f12-f84cf615148e" providerId="ADAL" clId="{AC7C1E5C-29B3-425F-9E63-5822D6F4CD18}" dt="2023-04-09T10:59:09.577" v="3572" actId="47"/>
        <pc:sldMkLst>
          <pc:docMk/>
          <pc:sldMk cId="3261239062" sldId="302"/>
        </pc:sldMkLst>
      </pc:sldChg>
      <pc:sldChg chg="addSp delSp modSp add del mod delAnim">
        <pc:chgData name="小寺　和子" userId="f58702b4-bd64-4ccc-8f12-f84cf615148e" providerId="ADAL" clId="{AC7C1E5C-29B3-425F-9E63-5822D6F4CD18}" dt="2023-04-09T10:59:09.748" v="3573" actId="47"/>
        <pc:sldMkLst>
          <pc:docMk/>
          <pc:sldMk cId="91050228" sldId="303"/>
        </pc:sldMkLst>
      </pc:sldChg>
      <pc:sldChg chg="addSp delSp modSp add del mod ord delAnim modAnim">
        <pc:chgData name="小寺　和子" userId="f58702b4-bd64-4ccc-8f12-f84cf615148e" providerId="ADAL" clId="{AC7C1E5C-29B3-425F-9E63-5822D6F4CD18}" dt="2023-04-09T10:59:09.928" v="3574" actId="47"/>
        <pc:sldMkLst>
          <pc:docMk/>
          <pc:sldMk cId="1784202290" sldId="304"/>
        </pc:sldMkLst>
      </pc:sldChg>
      <pc:sldChg chg="add del">
        <pc:chgData name="小寺　和子" userId="f58702b4-bd64-4ccc-8f12-f84cf615148e" providerId="ADAL" clId="{AC7C1E5C-29B3-425F-9E63-5822D6F4CD18}" dt="2023-04-09T00:50:26.935" v="1732" actId="2890"/>
        <pc:sldMkLst>
          <pc:docMk/>
          <pc:sldMk cId="3852831842" sldId="304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01:13:02.421" v="2826" actId="2696"/>
        <pc:sldMkLst>
          <pc:docMk/>
          <pc:sldMk cId="2249322031" sldId="305"/>
        </pc:sldMkLst>
      </pc:sldChg>
      <pc:sldChg chg="delSp modSp add del mod delAnim">
        <pc:chgData name="小寺　和子" userId="f58702b4-bd64-4ccc-8f12-f84cf615148e" providerId="ADAL" clId="{AC7C1E5C-29B3-425F-9E63-5822D6F4CD18}" dt="2023-04-09T10:59:10.102" v="3575" actId="47"/>
        <pc:sldMkLst>
          <pc:docMk/>
          <pc:sldMk cId="1033026688" sldId="306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10.310" v="3576" actId="47"/>
        <pc:sldMkLst>
          <pc:docMk/>
          <pc:sldMk cId="3066945097" sldId="307"/>
        </pc:sldMkLst>
      </pc:sldChg>
      <pc:sldChg chg="addSp delSp modSp add del mod delAnim modAnim">
        <pc:chgData name="小寺　和子" userId="f58702b4-bd64-4ccc-8f12-f84cf615148e" providerId="ADAL" clId="{AC7C1E5C-29B3-425F-9E63-5822D6F4CD18}" dt="2023-04-09T10:59:10.509" v="3577" actId="47"/>
        <pc:sldMkLst>
          <pc:docMk/>
          <pc:sldMk cId="4165928249" sldId="308"/>
        </pc:sldMkLst>
      </pc:sldChg>
      <pc:sldChg chg="new del">
        <pc:chgData name="小寺　和子" userId="f58702b4-bd64-4ccc-8f12-f84cf615148e" providerId="ADAL" clId="{AC7C1E5C-29B3-425F-9E63-5822D6F4CD18}" dt="2023-04-09T10:52:48.806" v="3405" actId="680"/>
        <pc:sldMkLst>
          <pc:docMk/>
          <pc:sldMk cId="1177997097" sldId="309"/>
        </pc:sldMkLst>
      </pc:sldChg>
      <pc:sldChg chg="delSp modSp add del mod delAnim modAnim">
        <pc:chgData name="小寺　和子" userId="f58702b4-bd64-4ccc-8f12-f84cf615148e" providerId="ADAL" clId="{AC7C1E5C-29B3-425F-9E63-5822D6F4CD18}" dt="2023-04-09T10:59:11.375" v="3578" actId="47"/>
        <pc:sldMkLst>
          <pc:docMk/>
          <pc:sldMk cId="3946854151" sldId="309"/>
        </pc:sldMkLst>
      </pc:sldChg>
      <pc:sldChg chg="addSp delSp modSp add mod addAnim delAnim modAnim">
        <pc:chgData name="小寺　和子" userId="f58702b4-bd64-4ccc-8f12-f84cf615148e" providerId="ADAL" clId="{AC7C1E5C-29B3-425F-9E63-5822D6F4CD18}" dt="2023-04-09T11:06:04.955" v="3859" actId="1076"/>
        <pc:sldMkLst>
          <pc:docMk/>
          <pc:sldMk cId="289919861" sldId="310"/>
        </pc:sldMkLst>
      </pc:sldChg>
      <pc:sldChg chg="delSp modSp add mod delAnim modAnim">
        <pc:chgData name="小寺　和子" userId="f58702b4-bd64-4ccc-8f12-f84cf615148e" providerId="ADAL" clId="{AC7C1E5C-29B3-425F-9E63-5822D6F4CD18}" dt="2023-04-09T11:07:47.494" v="3951" actId="1076"/>
        <pc:sldMkLst>
          <pc:docMk/>
          <pc:sldMk cId="3873435402" sldId="311"/>
        </pc:sldMkLst>
      </pc:sldChg>
      <pc:sldChg chg="delSp modSp add mod delAnim">
        <pc:chgData name="小寺　和子" userId="f58702b4-bd64-4ccc-8f12-f84cf615148e" providerId="ADAL" clId="{AC7C1E5C-29B3-425F-9E63-5822D6F4CD18}" dt="2023-04-09T11:09:56.048" v="4047" actId="1076"/>
        <pc:sldMkLst>
          <pc:docMk/>
          <pc:sldMk cId="4177614350" sldId="312"/>
        </pc:sldMkLst>
      </pc:sldChg>
      <pc:sldChg chg="modSp add mod modAnim">
        <pc:chgData name="小寺　和子" userId="f58702b4-bd64-4ccc-8f12-f84cf615148e" providerId="ADAL" clId="{AC7C1E5C-29B3-425F-9E63-5822D6F4CD18}" dt="2023-04-09T11:14:22.798" v="4148" actId="20577"/>
        <pc:sldMkLst>
          <pc:docMk/>
          <pc:sldMk cId="2572365228" sldId="313"/>
        </pc:sldMkLst>
      </pc:sldChg>
      <pc:sldChg chg="addSp delSp modSp add del mod modAnim">
        <pc:chgData name="小寺　和子" userId="f58702b4-bd64-4ccc-8f12-f84cf615148e" providerId="ADAL" clId="{AC7C1E5C-29B3-425F-9E63-5822D6F4CD18}" dt="2023-04-09T11:59:40.242" v="5562" actId="2696"/>
        <pc:sldMkLst>
          <pc:docMk/>
          <pc:sldMk cId="3356805259" sldId="314"/>
        </pc:sldMkLst>
      </pc:sldChg>
      <pc:sldChg chg="new del">
        <pc:chgData name="小寺　和子" userId="f58702b4-bd64-4ccc-8f12-f84cf615148e" providerId="ADAL" clId="{AC7C1E5C-29B3-425F-9E63-5822D6F4CD18}" dt="2023-04-09T11:14:35.419" v="4150" actId="680"/>
        <pc:sldMkLst>
          <pc:docMk/>
          <pc:sldMk cId="4201685524" sldId="314"/>
        </pc:sldMkLst>
      </pc:sldChg>
      <pc:sldChg chg="add del">
        <pc:chgData name="小寺　和子" userId="f58702b4-bd64-4ccc-8f12-f84cf615148e" providerId="ADAL" clId="{AC7C1E5C-29B3-425F-9E63-5822D6F4CD18}" dt="2023-04-09T11:18:45.694" v="4323" actId="2696"/>
        <pc:sldMkLst>
          <pc:docMk/>
          <pc:sldMk cId="1918566335" sldId="315"/>
        </pc:sldMkLst>
      </pc:sldChg>
      <pc:sldChg chg="addSp modSp add mod modAnim">
        <pc:chgData name="小寺　和子" userId="f58702b4-bd64-4ccc-8f12-f84cf615148e" providerId="ADAL" clId="{AC7C1E5C-29B3-425F-9E63-5822D6F4CD18}" dt="2023-04-09T11:59:02.134" v="5560" actId="1076"/>
        <pc:sldMkLst>
          <pc:docMk/>
          <pc:sldMk cId="3469240260" sldId="315"/>
        </pc:sldMkLst>
      </pc:sldChg>
      <pc:sldChg chg="add del">
        <pc:chgData name="小寺　和子" userId="f58702b4-bd64-4ccc-8f12-f84cf615148e" providerId="ADAL" clId="{AC7C1E5C-29B3-425F-9E63-5822D6F4CD18}" dt="2023-04-09T11:59:15.047" v="5561" actId="2696"/>
        <pc:sldMkLst>
          <pc:docMk/>
          <pc:sldMk cId="2274211590" sldId="316"/>
        </pc:sldMkLst>
      </pc:sldChg>
      <pc:sldChg chg="addSp delSp modSp add mod delAnim modAnim">
        <pc:chgData name="小寺　和子" userId="f58702b4-bd64-4ccc-8f12-f84cf615148e" providerId="ADAL" clId="{AC7C1E5C-29B3-425F-9E63-5822D6F4CD18}" dt="2023-04-09T11:53:35.782" v="5456" actId="1076"/>
        <pc:sldMkLst>
          <pc:docMk/>
          <pc:sldMk cId="2648646885" sldId="317"/>
        </pc:sldMkLst>
      </pc:sldChg>
      <pc:sldChg chg="delSp modSp add mod delAnim">
        <pc:chgData name="小寺　和子" userId="f58702b4-bd64-4ccc-8f12-f84cf615148e" providerId="ADAL" clId="{AC7C1E5C-29B3-425F-9E63-5822D6F4CD18}" dt="2023-04-09T11:27:47.208" v="4548" actId="1076"/>
        <pc:sldMkLst>
          <pc:docMk/>
          <pc:sldMk cId="488721501" sldId="318"/>
        </pc:sldMkLst>
      </pc:sldChg>
      <pc:sldChg chg="modSp add mod ord">
        <pc:chgData name="小寺　和子" userId="f58702b4-bd64-4ccc-8f12-f84cf615148e" providerId="ADAL" clId="{AC7C1E5C-29B3-425F-9E63-5822D6F4CD18}" dt="2023-04-09T11:29:57.346" v="4564"/>
        <pc:sldMkLst>
          <pc:docMk/>
          <pc:sldMk cId="3246118814" sldId="319"/>
        </pc:sldMkLst>
      </pc:sldChg>
      <pc:sldChg chg="addSp delSp modSp add mod delAnim modAnim">
        <pc:chgData name="小寺　和子" userId="f58702b4-bd64-4ccc-8f12-f84cf615148e" providerId="ADAL" clId="{AC7C1E5C-29B3-425F-9E63-5822D6F4CD18}" dt="2023-04-09T11:38:26.031" v="4949" actId="14100"/>
        <pc:sldMkLst>
          <pc:docMk/>
          <pc:sldMk cId="116713761" sldId="320"/>
        </pc:sldMkLst>
      </pc:sldChg>
      <pc:sldChg chg="addSp delSp modSp add mod delAnim modAnim">
        <pc:chgData name="小寺　和子" userId="f58702b4-bd64-4ccc-8f12-f84cf615148e" providerId="ADAL" clId="{AC7C1E5C-29B3-425F-9E63-5822D6F4CD18}" dt="2023-04-09T11:41:16.137" v="5077" actId="115"/>
        <pc:sldMkLst>
          <pc:docMk/>
          <pc:sldMk cId="3588906948" sldId="321"/>
        </pc:sldMkLst>
      </pc:sldChg>
      <pc:sldChg chg="addSp delSp modSp add mod delAnim modAnim">
        <pc:chgData name="小寺　和子" userId="f58702b4-bd64-4ccc-8f12-f84cf615148e" providerId="ADAL" clId="{AC7C1E5C-29B3-425F-9E63-5822D6F4CD18}" dt="2023-04-09T11:45:52.656" v="5231" actId="20577"/>
        <pc:sldMkLst>
          <pc:docMk/>
          <pc:sldMk cId="1571035290" sldId="322"/>
        </pc:sldMkLst>
      </pc:sldChg>
      <pc:sldChg chg="addSp delSp modSp add mod delAnim modAnim">
        <pc:chgData name="小寺　和子" userId="f58702b4-bd64-4ccc-8f12-f84cf615148e" providerId="ADAL" clId="{AC7C1E5C-29B3-425F-9E63-5822D6F4CD18}" dt="2023-04-09T11:50:48.648" v="5368" actId="1076"/>
        <pc:sldMkLst>
          <pc:docMk/>
          <pc:sldMk cId="4008230127" sldId="323"/>
        </pc:sldMkLst>
      </pc:sldChg>
      <pc:sldChg chg="new del">
        <pc:chgData name="小寺　和子" userId="f58702b4-bd64-4ccc-8f12-f84cf615148e" providerId="ADAL" clId="{AC7C1E5C-29B3-425F-9E63-5822D6F4CD18}" dt="2023-04-09T11:47:38.586" v="5293" actId="680"/>
        <pc:sldMkLst>
          <pc:docMk/>
          <pc:sldMk cId="2147315066" sldId="324"/>
        </pc:sldMkLst>
      </pc:sldChg>
      <pc:sldChg chg="delSp modSp add mod delAnim">
        <pc:chgData name="小寺　和子" userId="f58702b4-bd64-4ccc-8f12-f84cf615148e" providerId="ADAL" clId="{AC7C1E5C-29B3-425F-9E63-5822D6F4CD18}" dt="2023-04-09T11:50:23.559" v="5356" actId="1076"/>
        <pc:sldMkLst>
          <pc:docMk/>
          <pc:sldMk cId="4213467032" sldId="324"/>
        </pc:sldMkLst>
      </pc:sldChg>
      <pc:sldChg chg="addSp delSp modSp add mod modAnim">
        <pc:chgData name="小寺　和子" userId="f58702b4-bd64-4ccc-8f12-f84cf615148e" providerId="ADAL" clId="{AC7C1E5C-29B3-425F-9E63-5822D6F4CD18}" dt="2023-04-09T11:55:16.621" v="5548" actId="14100"/>
        <pc:sldMkLst>
          <pc:docMk/>
          <pc:sldMk cId="4143226163" sldId="325"/>
        </pc:sldMkLst>
      </pc:sldChg>
    </pc:docChg>
  </pc:docChgLst>
  <pc:docChgLst>
    <pc:chgData name="小寺　和子" userId="f58702b4-bd64-4ccc-8f12-f84cf615148e" providerId="ADAL" clId="{29F033F7-E85A-40D1-8E3A-DC40C921FC36}"/>
    <pc:docChg chg="modSld">
      <pc:chgData name="小寺　和子" userId="f58702b4-bd64-4ccc-8f12-f84cf615148e" providerId="ADAL" clId="{29F033F7-E85A-40D1-8E3A-DC40C921FC36}" dt="2026-04-13T00:45:35.738" v="0"/>
      <pc:docMkLst>
        <pc:docMk/>
      </pc:docMkLst>
      <pc:sldChg chg="modAnim">
        <pc:chgData name="小寺　和子" userId="f58702b4-bd64-4ccc-8f12-f84cf615148e" providerId="ADAL" clId="{29F033F7-E85A-40D1-8E3A-DC40C921FC36}" dt="2026-04-13T00:45:35.738" v="0"/>
        <pc:sldMkLst>
          <pc:docMk/>
          <pc:sldMk cId="2507492539" sldId="323"/>
        </pc:sldMkLst>
      </pc:sldChg>
    </pc:docChg>
  </pc:docChgLst>
  <pc:docChgLst>
    <pc:chgData name="小寺　和子" userId="f58702b4-bd64-4ccc-8f12-f84cf615148e" providerId="ADAL" clId="{298796B6-CFA1-424E-B097-F64C1DDE0AC7}"/>
    <pc:docChg chg="undo custSel addSld delSld modSld">
      <pc:chgData name="小寺　和子" userId="f58702b4-bd64-4ccc-8f12-f84cf615148e" providerId="ADAL" clId="{298796B6-CFA1-424E-B097-F64C1DDE0AC7}" dt="2023-04-09T13:18:40.099" v="2632" actId="1076"/>
      <pc:docMkLst>
        <pc:docMk/>
      </pc:docMkLst>
      <pc:sldChg chg="modSp mod">
        <pc:chgData name="小寺　和子" userId="f58702b4-bd64-4ccc-8f12-f84cf615148e" providerId="ADAL" clId="{298796B6-CFA1-424E-B097-F64C1DDE0AC7}" dt="2023-04-09T12:07:10.440" v="72" actId="20577"/>
        <pc:sldMkLst>
          <pc:docMk/>
          <pc:sldMk cId="2401236237" sldId="291"/>
        </pc:sldMkLst>
      </pc:sldChg>
      <pc:sldChg chg="del">
        <pc:chgData name="小寺　和子" userId="f58702b4-bd64-4ccc-8f12-f84cf615148e" providerId="ADAL" clId="{298796B6-CFA1-424E-B097-F64C1DDE0AC7}" dt="2023-04-09T12:07:16.479" v="73" actId="47"/>
        <pc:sldMkLst>
          <pc:docMk/>
          <pc:sldMk cId="289919861" sldId="310"/>
        </pc:sldMkLst>
      </pc:sldChg>
      <pc:sldChg chg="delSp modSp mod delAnim modAnim">
        <pc:chgData name="小寺　和子" userId="f58702b4-bd64-4ccc-8f12-f84cf615148e" providerId="ADAL" clId="{298796B6-CFA1-424E-B097-F64C1DDE0AC7}" dt="2023-04-09T12:14:19.789" v="328" actId="20577"/>
        <pc:sldMkLst>
          <pc:docMk/>
          <pc:sldMk cId="3873435402" sldId="311"/>
        </pc:sldMkLst>
      </pc:sldChg>
      <pc:sldChg chg="modSp add mod">
        <pc:chgData name="小寺　和子" userId="f58702b4-bd64-4ccc-8f12-f84cf615148e" providerId="ADAL" clId="{298796B6-CFA1-424E-B097-F64C1DDE0AC7}" dt="2023-04-09T12:16:01.297" v="400" actId="1076"/>
        <pc:sldMkLst>
          <pc:docMk/>
          <pc:sldMk cId="3359718700" sldId="312"/>
        </pc:sldMkLst>
      </pc:sldChg>
      <pc:sldChg chg="del">
        <pc:chgData name="小寺　和子" userId="f58702b4-bd64-4ccc-8f12-f84cf615148e" providerId="ADAL" clId="{298796B6-CFA1-424E-B097-F64C1DDE0AC7}" dt="2023-04-09T12:07:17.780" v="74" actId="47"/>
        <pc:sldMkLst>
          <pc:docMk/>
          <pc:sldMk cId="4177614350" sldId="312"/>
        </pc:sldMkLst>
      </pc:sldChg>
      <pc:sldChg chg="addSp delSp modSp add mod delAnim modAnim">
        <pc:chgData name="小寺　和子" userId="f58702b4-bd64-4ccc-8f12-f84cf615148e" providerId="ADAL" clId="{298796B6-CFA1-424E-B097-F64C1DDE0AC7}" dt="2023-04-09T12:24:04.102" v="1030" actId="1076"/>
        <pc:sldMkLst>
          <pc:docMk/>
          <pc:sldMk cId="1117409557" sldId="313"/>
        </pc:sldMkLst>
      </pc:sldChg>
      <pc:sldChg chg="del">
        <pc:chgData name="小寺　和子" userId="f58702b4-bd64-4ccc-8f12-f84cf615148e" providerId="ADAL" clId="{298796B6-CFA1-424E-B097-F64C1DDE0AC7}" dt="2023-04-09T12:07:18.135" v="75" actId="47"/>
        <pc:sldMkLst>
          <pc:docMk/>
          <pc:sldMk cId="2572365228" sldId="313"/>
        </pc:sldMkLst>
      </pc:sldChg>
      <pc:sldChg chg="add del">
        <pc:chgData name="小寺　和子" userId="f58702b4-bd64-4ccc-8f12-f84cf615148e" providerId="ADAL" clId="{298796B6-CFA1-424E-B097-F64C1DDE0AC7}" dt="2023-04-09T12:34:42.020" v="1211" actId="47"/>
        <pc:sldMkLst>
          <pc:docMk/>
          <pc:sldMk cId="478347205" sldId="314"/>
        </pc:sldMkLst>
      </pc:sldChg>
      <pc:sldChg chg="del">
        <pc:chgData name="小寺　和子" userId="f58702b4-bd64-4ccc-8f12-f84cf615148e" providerId="ADAL" clId="{298796B6-CFA1-424E-B097-F64C1DDE0AC7}" dt="2023-04-09T12:07:18.317" v="76" actId="47"/>
        <pc:sldMkLst>
          <pc:docMk/>
          <pc:sldMk cId="3469240260" sldId="315"/>
        </pc:sldMkLst>
      </pc:sldChg>
      <pc:sldChg chg="addSp modSp add mod modAnim">
        <pc:chgData name="小寺　和子" userId="f58702b4-bd64-4ccc-8f12-f84cf615148e" providerId="ADAL" clId="{298796B6-CFA1-424E-B097-F64C1DDE0AC7}" dt="2023-04-09T12:34:43.236" v="1212" actId="1076"/>
        <pc:sldMkLst>
          <pc:docMk/>
          <pc:sldMk cId="3587348852" sldId="315"/>
        </pc:sldMkLst>
      </pc:sldChg>
      <pc:sldChg chg="addSp delSp modSp add mod delAnim modAnim">
        <pc:chgData name="小寺　和子" userId="f58702b4-bd64-4ccc-8f12-f84cf615148e" providerId="ADAL" clId="{298796B6-CFA1-424E-B097-F64C1DDE0AC7}" dt="2023-04-09T12:36:37.609" v="1315" actId="1076"/>
        <pc:sldMkLst>
          <pc:docMk/>
          <pc:sldMk cId="641123902" sldId="316"/>
        </pc:sldMkLst>
      </pc:sldChg>
      <pc:sldChg chg="add del setBg">
        <pc:chgData name="小寺　和子" userId="f58702b4-bd64-4ccc-8f12-f84cf615148e" providerId="ADAL" clId="{298796B6-CFA1-424E-B097-F64C1DDE0AC7}" dt="2023-04-09T12:37:05.521" v="1317"/>
        <pc:sldMkLst>
          <pc:docMk/>
          <pc:sldMk cId="1049393864" sldId="317"/>
        </pc:sldMkLst>
      </pc:sldChg>
      <pc:sldChg chg="addSp delSp modSp add mod delAnim">
        <pc:chgData name="小寺　和子" userId="f58702b4-bd64-4ccc-8f12-f84cf615148e" providerId="ADAL" clId="{298796B6-CFA1-424E-B097-F64C1DDE0AC7}" dt="2023-04-09T12:45:27.440" v="1379" actId="20577"/>
        <pc:sldMkLst>
          <pc:docMk/>
          <pc:sldMk cId="1281305732" sldId="317"/>
        </pc:sldMkLst>
      </pc:sldChg>
      <pc:sldChg chg="del">
        <pc:chgData name="小寺　和子" userId="f58702b4-bd64-4ccc-8f12-f84cf615148e" providerId="ADAL" clId="{298796B6-CFA1-424E-B097-F64C1DDE0AC7}" dt="2023-04-09T12:07:18.844" v="79" actId="47"/>
        <pc:sldMkLst>
          <pc:docMk/>
          <pc:sldMk cId="2648646885" sldId="317"/>
        </pc:sldMkLst>
      </pc:sldChg>
      <pc:sldChg chg="new del">
        <pc:chgData name="小寺　和子" userId="f58702b4-bd64-4ccc-8f12-f84cf615148e" providerId="ADAL" clId="{298796B6-CFA1-424E-B097-F64C1DDE0AC7}" dt="2023-04-09T12:34:38.031" v="1208" actId="680"/>
        <pc:sldMkLst>
          <pc:docMk/>
          <pc:sldMk cId="2655729854" sldId="317"/>
        </pc:sldMkLst>
      </pc:sldChg>
      <pc:sldChg chg="new del">
        <pc:chgData name="小寺　和子" userId="f58702b4-bd64-4ccc-8f12-f84cf615148e" providerId="ADAL" clId="{298796B6-CFA1-424E-B097-F64C1DDE0AC7}" dt="2023-04-09T12:34:40.688" v="1210" actId="680"/>
        <pc:sldMkLst>
          <pc:docMk/>
          <pc:sldMk cId="2846133007" sldId="317"/>
        </pc:sldMkLst>
      </pc:sldChg>
      <pc:sldChg chg="del">
        <pc:chgData name="小寺　和子" userId="f58702b4-bd64-4ccc-8f12-f84cf615148e" providerId="ADAL" clId="{298796B6-CFA1-424E-B097-F64C1DDE0AC7}" dt="2023-04-09T12:07:18.480" v="77" actId="47"/>
        <pc:sldMkLst>
          <pc:docMk/>
          <pc:sldMk cId="488721501" sldId="318"/>
        </pc:sldMkLst>
      </pc:sldChg>
      <pc:sldChg chg="addSp delSp modSp add mod addAnim delAnim modAnim">
        <pc:chgData name="小寺　和子" userId="f58702b4-bd64-4ccc-8f12-f84cf615148e" providerId="ADAL" clId="{298796B6-CFA1-424E-B097-F64C1DDE0AC7}" dt="2023-04-09T12:49:33.164" v="1551" actId="1076"/>
        <pc:sldMkLst>
          <pc:docMk/>
          <pc:sldMk cId="4285578143" sldId="318"/>
        </pc:sldMkLst>
      </pc:sldChg>
      <pc:sldChg chg="addSp delSp modSp add mod delAnim modAnim">
        <pc:chgData name="小寺　和子" userId="f58702b4-bd64-4ccc-8f12-f84cf615148e" providerId="ADAL" clId="{298796B6-CFA1-424E-B097-F64C1DDE0AC7}" dt="2023-04-09T12:54:10.473" v="1750" actId="1076"/>
        <pc:sldMkLst>
          <pc:docMk/>
          <pc:sldMk cId="804277795" sldId="319"/>
        </pc:sldMkLst>
      </pc:sldChg>
      <pc:sldChg chg="del">
        <pc:chgData name="小寺　和子" userId="f58702b4-bd64-4ccc-8f12-f84cf615148e" providerId="ADAL" clId="{298796B6-CFA1-424E-B097-F64C1DDE0AC7}" dt="2023-04-09T12:07:18.688" v="78" actId="47"/>
        <pc:sldMkLst>
          <pc:docMk/>
          <pc:sldMk cId="3246118814" sldId="319"/>
        </pc:sldMkLst>
      </pc:sldChg>
      <pc:sldChg chg="del">
        <pc:chgData name="小寺　和子" userId="f58702b4-bd64-4ccc-8f12-f84cf615148e" providerId="ADAL" clId="{298796B6-CFA1-424E-B097-F64C1DDE0AC7}" dt="2023-04-09T12:07:19.020" v="80" actId="47"/>
        <pc:sldMkLst>
          <pc:docMk/>
          <pc:sldMk cId="116713761" sldId="320"/>
        </pc:sldMkLst>
      </pc:sldChg>
      <pc:sldChg chg="delSp modSp add mod delAnim modAnim">
        <pc:chgData name="小寺　和子" userId="f58702b4-bd64-4ccc-8f12-f84cf615148e" providerId="ADAL" clId="{298796B6-CFA1-424E-B097-F64C1DDE0AC7}" dt="2023-04-09T12:58:29.033" v="1977" actId="1076"/>
        <pc:sldMkLst>
          <pc:docMk/>
          <pc:sldMk cId="3654871813" sldId="320"/>
        </pc:sldMkLst>
      </pc:sldChg>
      <pc:sldChg chg="delSp modSp add mod delAnim modAnim">
        <pc:chgData name="小寺　和子" userId="f58702b4-bd64-4ccc-8f12-f84cf615148e" providerId="ADAL" clId="{298796B6-CFA1-424E-B097-F64C1DDE0AC7}" dt="2023-04-09T13:01:11.894" v="2042" actId="1076"/>
        <pc:sldMkLst>
          <pc:docMk/>
          <pc:sldMk cId="77938091" sldId="321"/>
        </pc:sldMkLst>
      </pc:sldChg>
      <pc:sldChg chg="del">
        <pc:chgData name="小寺　和子" userId="f58702b4-bd64-4ccc-8f12-f84cf615148e" providerId="ADAL" clId="{298796B6-CFA1-424E-B097-F64C1DDE0AC7}" dt="2023-04-09T12:07:19.170" v="81" actId="47"/>
        <pc:sldMkLst>
          <pc:docMk/>
          <pc:sldMk cId="3588906948" sldId="321"/>
        </pc:sldMkLst>
      </pc:sldChg>
      <pc:sldChg chg="del">
        <pc:chgData name="小寺　和子" userId="f58702b4-bd64-4ccc-8f12-f84cf615148e" providerId="ADAL" clId="{298796B6-CFA1-424E-B097-F64C1DDE0AC7}" dt="2023-04-09T12:07:19.342" v="82" actId="47"/>
        <pc:sldMkLst>
          <pc:docMk/>
          <pc:sldMk cId="1571035290" sldId="322"/>
        </pc:sldMkLst>
      </pc:sldChg>
      <pc:sldChg chg="addSp modSp add mod modAnim">
        <pc:chgData name="小寺　和子" userId="f58702b4-bd64-4ccc-8f12-f84cf615148e" providerId="ADAL" clId="{298796B6-CFA1-424E-B097-F64C1DDE0AC7}" dt="2023-04-09T13:05:45.854" v="2195" actId="404"/>
        <pc:sldMkLst>
          <pc:docMk/>
          <pc:sldMk cId="3060148250" sldId="322"/>
        </pc:sldMkLst>
      </pc:sldChg>
      <pc:sldChg chg="addSp modSp add mod modAnim">
        <pc:chgData name="小寺　和子" userId="f58702b4-bd64-4ccc-8f12-f84cf615148e" providerId="ADAL" clId="{298796B6-CFA1-424E-B097-F64C1DDE0AC7}" dt="2023-04-09T13:11:45.364" v="2381" actId="21"/>
        <pc:sldMkLst>
          <pc:docMk/>
          <pc:sldMk cId="2507492539" sldId="323"/>
        </pc:sldMkLst>
      </pc:sldChg>
      <pc:sldChg chg="del">
        <pc:chgData name="小寺　和子" userId="f58702b4-bd64-4ccc-8f12-f84cf615148e" providerId="ADAL" clId="{298796B6-CFA1-424E-B097-F64C1DDE0AC7}" dt="2023-04-09T12:07:19.519" v="83" actId="47"/>
        <pc:sldMkLst>
          <pc:docMk/>
          <pc:sldMk cId="4008230127" sldId="323"/>
        </pc:sldMkLst>
      </pc:sldChg>
      <pc:sldChg chg="addSp delSp modSp add mod delAnim modAnim">
        <pc:chgData name="小寺　和子" userId="f58702b4-bd64-4ccc-8f12-f84cf615148e" providerId="ADAL" clId="{298796B6-CFA1-424E-B097-F64C1DDE0AC7}" dt="2023-04-09T13:17:39.545" v="2586" actId="1076"/>
        <pc:sldMkLst>
          <pc:docMk/>
          <pc:sldMk cId="679808691" sldId="324"/>
        </pc:sldMkLst>
      </pc:sldChg>
      <pc:sldChg chg="del">
        <pc:chgData name="小寺　和子" userId="f58702b4-bd64-4ccc-8f12-f84cf615148e" providerId="ADAL" clId="{298796B6-CFA1-424E-B097-F64C1DDE0AC7}" dt="2023-04-09T12:07:19.705" v="84" actId="47"/>
        <pc:sldMkLst>
          <pc:docMk/>
          <pc:sldMk cId="4213467032" sldId="324"/>
        </pc:sldMkLst>
      </pc:sldChg>
      <pc:sldChg chg="delSp modSp add mod delAnim modAnim">
        <pc:chgData name="小寺　和子" userId="f58702b4-bd64-4ccc-8f12-f84cf615148e" providerId="ADAL" clId="{298796B6-CFA1-424E-B097-F64C1DDE0AC7}" dt="2023-04-09T13:18:40.099" v="2632" actId="1076"/>
        <pc:sldMkLst>
          <pc:docMk/>
          <pc:sldMk cId="1138905400" sldId="325"/>
        </pc:sldMkLst>
      </pc:sldChg>
      <pc:sldChg chg="del">
        <pc:chgData name="小寺　和子" userId="f58702b4-bd64-4ccc-8f12-f84cf615148e" providerId="ADAL" clId="{298796B6-CFA1-424E-B097-F64C1DDE0AC7}" dt="2023-04-09T12:07:20.317" v="85" actId="47"/>
        <pc:sldMkLst>
          <pc:docMk/>
          <pc:sldMk cId="4143226163" sldId="325"/>
        </pc:sldMkLst>
      </pc:sldChg>
    </pc:docChg>
  </pc:docChgLst>
  <pc:docChgLst>
    <pc:chgData name="小寺　和子" userId="f58702b4-bd64-4ccc-8f12-f84cf615148e" providerId="ADAL" clId="{B1F2FF6E-B040-4A60-955C-8BA0A06E5D2C}"/>
    <pc:docChg chg="modSld">
      <pc:chgData name="小寺　和子" userId="f58702b4-bd64-4ccc-8f12-f84cf615148e" providerId="ADAL" clId="{B1F2FF6E-B040-4A60-955C-8BA0A06E5D2C}" dt="2026-04-09T12:02:44.451" v="21" actId="1035"/>
      <pc:docMkLst>
        <pc:docMk/>
      </pc:docMkLst>
      <pc:sldChg chg="modAnim">
        <pc:chgData name="小寺　和子" userId="f58702b4-bd64-4ccc-8f12-f84cf615148e" providerId="ADAL" clId="{B1F2FF6E-B040-4A60-955C-8BA0A06E5D2C}" dt="2026-04-08T13:33:07.284" v="4"/>
        <pc:sldMkLst>
          <pc:docMk/>
          <pc:sldMk cId="3587348852" sldId="315"/>
        </pc:sldMkLst>
      </pc:sldChg>
      <pc:sldChg chg="modAnim">
        <pc:chgData name="小寺　和子" userId="f58702b4-bd64-4ccc-8f12-f84cf615148e" providerId="ADAL" clId="{B1F2FF6E-B040-4A60-955C-8BA0A06E5D2C}" dt="2026-04-08T13:32:54.905" v="3"/>
        <pc:sldMkLst>
          <pc:docMk/>
          <pc:sldMk cId="4285578143" sldId="318"/>
        </pc:sldMkLst>
      </pc:sldChg>
      <pc:sldChg chg="modAnim">
        <pc:chgData name="小寺　和子" userId="f58702b4-bd64-4ccc-8f12-f84cf615148e" providerId="ADAL" clId="{B1F2FF6E-B040-4A60-955C-8BA0A06E5D2C}" dt="2026-04-09T06:34:01.490" v="5"/>
        <pc:sldMkLst>
          <pc:docMk/>
          <pc:sldMk cId="77938091" sldId="321"/>
        </pc:sldMkLst>
      </pc:sldChg>
      <pc:sldChg chg="modAnim">
        <pc:chgData name="小寺　和子" userId="f58702b4-bd64-4ccc-8f12-f84cf615148e" providerId="ADAL" clId="{B1F2FF6E-B040-4A60-955C-8BA0A06E5D2C}" dt="2026-04-08T13:32:34.857" v="1"/>
        <pc:sldMkLst>
          <pc:docMk/>
          <pc:sldMk cId="3060148250" sldId="322"/>
        </pc:sldMkLst>
      </pc:sldChg>
      <pc:sldChg chg="modSp mod">
        <pc:chgData name="小寺　和子" userId="f58702b4-bd64-4ccc-8f12-f84cf615148e" providerId="ADAL" clId="{B1F2FF6E-B040-4A60-955C-8BA0A06E5D2C}" dt="2026-04-09T12:02:44.451" v="21" actId="1035"/>
        <pc:sldMkLst>
          <pc:docMk/>
          <pc:sldMk cId="2507492539" sldId="323"/>
        </pc:sldMkLst>
        <pc:spChg chg="mod">
          <ac:chgData name="小寺　和子" userId="f58702b4-bd64-4ccc-8f12-f84cf615148e" providerId="ADAL" clId="{B1F2FF6E-B040-4A60-955C-8BA0A06E5D2C}" dt="2026-04-09T12:02:44.451" v="21" actId="1035"/>
          <ac:spMkLst>
            <pc:docMk/>
            <pc:sldMk cId="2507492539" sldId="323"/>
            <ac:spMk id="3" creationId="{5550B7A3-4280-9FE2-7965-3C82498203AA}"/>
          </ac:spMkLst>
        </pc:spChg>
        <pc:spChg chg="mod">
          <ac:chgData name="小寺　和子" userId="f58702b4-bd64-4ccc-8f12-f84cf615148e" providerId="ADAL" clId="{B1F2FF6E-B040-4A60-955C-8BA0A06E5D2C}" dt="2026-04-09T12:02:31.147" v="15" actId="1076"/>
          <ac:spMkLst>
            <pc:docMk/>
            <pc:sldMk cId="2507492539" sldId="323"/>
            <ac:spMk id="4" creationId="{977E39C3-F798-A918-750F-10B009D5ED8B}"/>
          </ac:spMkLst>
        </pc:spChg>
        <pc:spChg chg="mod">
          <ac:chgData name="小寺　和子" userId="f58702b4-bd64-4ccc-8f12-f84cf615148e" providerId="ADAL" clId="{B1F2FF6E-B040-4A60-955C-8BA0A06E5D2C}" dt="2026-04-09T12:02:33.394" v="16" actId="1076"/>
          <ac:spMkLst>
            <pc:docMk/>
            <pc:sldMk cId="2507492539" sldId="323"/>
            <ac:spMk id="7" creationId="{318B3419-848E-D871-109F-56FC6F4013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F047F-B04E-4D82-BEC5-2BF953265BC1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ECB09-EEAD-40FE-AA51-6187606A4D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2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ECB09-EEAD-40FE-AA51-6187606A4D1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99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81E11-0DCC-41E5-9D98-CCC0A5402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65B902-0C5E-465A-B85C-7A4845739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1C1C1A-3A13-47D6-ABF7-CF601CC8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3F5544-59C5-49B7-80AA-09241749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A1FC7E-5DDF-4BBC-BE78-7934246B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31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511C5-3D3A-494D-9B91-0AC1482C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E48956-90EC-40DD-85CA-9C3CF4785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4DFE25-DFD5-46B0-B276-C1240FAD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1E82D3-87BA-4677-99B6-053E9F3D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BD665E-73C6-4B7C-BB60-2FA8D1C0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67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7D5BC-0920-4A1A-BB36-96EA2799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42B7BB-C576-43BB-97A5-4978E474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4DBA67-517F-4AC9-A518-440C225E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C8D7AF-49BC-4FFA-A7ED-7EAFC22C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D2BD70-AF0A-42C3-9040-E8AABEC6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06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D8D86-F550-4DC6-BC58-8BFD276E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FC6FA0-5767-44BD-AF59-D0C695D44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6BDC57-62E3-4AB3-B449-BF855F87E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A5507E-245D-4003-BB4F-AE92CE0A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3E06AA-F496-46FC-9AB2-518AFE88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C14002-AE25-4389-B63D-65A471EE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65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2B579-5C14-468B-BA47-A3AFE59F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A0204A-6D72-4549-9D46-AAB2F0802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BA7CEC-9A16-46C5-9F98-EA766EEE6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3A2F14-8698-488B-8374-DEC445324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E695C08-A33E-47AB-AE82-9E931C602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42BF37E-9A27-4B35-A84B-AEC815C1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476085-105C-4A6C-8D94-586937CD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071624-2C06-4A8C-96E2-93D49EA6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39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3F95E3-0650-45C2-90AD-1DEEA9EB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CFF4B9-8C38-41CC-894D-0159A08C2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9A1CBD-213C-4803-8107-03A8150F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8C0107-B096-489C-BA8D-E3D9B5E6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49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848654-C013-4F02-B327-67BDCC6DA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447441-72C3-4865-B6AA-AC3FE36A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18DE4A-BAD2-457A-AEFB-52D3DD2D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60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82534-D42E-4EA1-92CA-7DB72EB6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ADC247-8C85-48DE-BE93-F1B033DBA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A38522-4653-451F-B891-92A7B429A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1C3610-4C3E-4426-AFA5-3BA9D28E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FA7B13-852F-4C72-9EAE-7CF00CD4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316F4A-14F0-432E-8F88-B0ABDB51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52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DC57B-0DA2-439D-B98C-9A5BA812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1AE959-B6CA-48F4-96BC-6C9EF2206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77E755-8E87-426C-9779-4082B349E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956E1C-C167-4DDE-8DFD-C8C5D9177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E0C616-E517-4C1C-BCFD-F8CE534C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A9E613-2031-4F09-B533-7FD01660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53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6C14D-167E-4FAE-AB2C-8212AA40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74ED0F-AD83-4C32-80B6-666D932AF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0119CE-FF3F-4AC3-A1EA-031339E1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59575A-EDDB-4EB5-871F-CC37980F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7E5ED4-3EDD-4EBC-8CCD-425DD77A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25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5309CF-F2D3-445D-BB25-BEFA59468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22D6E2-088F-4A3C-BCE8-1C0F8C3A4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A6E3DB-E58A-4DE6-B43F-D7AD37E6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5CB911-081D-48F9-AF08-18B1720F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FFC12D-2EED-4EB3-8629-9DA22B66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477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8517F8-4CDB-4D7B-B3C4-88C4FD37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7131D0-EC40-4887-9B09-F7AE3ABEC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9908D3-F6BD-450C-94DF-A30B5A575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EF82E-EDBF-43CA-8084-30447E4B7D7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2A48A-BB42-404A-A517-9EDEF48F8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4E1594-2BA9-401C-B4F6-7C7D91F2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B0B73-F80B-4A41-9609-4704DDBF2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01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E0147-1C78-C5C3-27BF-0447276C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0481"/>
            <a:ext cx="10515600" cy="5161280"/>
          </a:xfrm>
        </p:spPr>
        <p:txBody>
          <a:bodyPr>
            <a:normAutofit/>
          </a:bodyPr>
          <a:lstStyle/>
          <a:p>
            <a:pPr algn="ctr"/>
            <a:br>
              <a:rPr lang="ja-JP" altLang="ja-JP" sz="6000" kern="100" dirty="0">
                <a:solidFill>
                  <a:schemeClr val="bg1"/>
                </a:solidFill>
                <a:effectLst/>
                <a:latin typeface="HGPｺﾞｼｯｸM" panose="020B0600000000000000" pitchFamily="50" charset="-128"/>
                <a:ea typeface="HGPｺﾞｼｯｸM" panose="020B0600000000000000" pitchFamily="50" charset="-128"/>
                <a:cs typeface="Times New Roman" panose="02020603050405020304" pitchFamily="18" charset="0"/>
              </a:rPr>
            </a:br>
            <a:r>
              <a:rPr kumimoji="1" lang="en-US" altLang="ja-JP" sz="6000" b="1" dirty="0">
                <a:solidFill>
                  <a:schemeClr val="bg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 </a:t>
            </a:r>
            <a:br>
              <a:rPr kumimoji="1" lang="en-US" altLang="ja-JP" sz="6000" b="1" dirty="0">
                <a:solidFill>
                  <a:schemeClr val="bg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</a:rPr>
            </a:br>
            <a:endParaRPr kumimoji="1" lang="ja-JP" altLang="en-US" sz="6000" b="1" dirty="0">
              <a:solidFill>
                <a:schemeClr val="bg1"/>
              </a:solidFill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123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77E39C3-F798-A918-750F-10B009D5ED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76" y="351381"/>
            <a:ext cx="11736933" cy="66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734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4</Words>
  <Application>Microsoft Office PowerPoint</Application>
  <PresentationFormat>ワイド画面</PresentationFormat>
  <Paragraphs>2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HGPｺﾞｼｯｸM</vt:lpstr>
      <vt:lpstr>HGSｺﾞｼｯｸM</vt:lpstr>
      <vt:lpstr>游ゴシック</vt:lpstr>
      <vt:lpstr>游ゴシック Light</vt:lpstr>
      <vt:lpstr>Arial</vt:lpstr>
      <vt:lpstr>Office テーマ</vt:lpstr>
      <vt:lpstr>   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小寺　和子</dc:creator>
  <cp:lastModifiedBy>小寺　和子</cp:lastModifiedBy>
  <cp:revision>57</cp:revision>
  <cp:lastPrinted>2023-04-10T03:40:12Z</cp:lastPrinted>
  <dcterms:created xsi:type="dcterms:W3CDTF">2022-02-09T13:56:01Z</dcterms:created>
  <dcterms:modified xsi:type="dcterms:W3CDTF">2026-04-17T14:07:37Z</dcterms:modified>
</cp:coreProperties>
</file>